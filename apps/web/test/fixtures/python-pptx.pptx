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hello.</a:t>
            </a:r>
          </a:p>
          <a:p>
            <a:r>
              <a:t>Then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 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Results &amp; plans &lt;2026&gt;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pPr lvl="1"/>
            <a:r>
              <a:t>Nested point</a:t>
            </a:r>
          </a:p>
          <a:p>
            <a:r>
              <a:t>Third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C80000"/>
                </a:solidFill>
              </a:rPr>
              <a:t>Bold red </a:t>
            </a:r>
            <a:r>
              <a:rPr i="1" sz="2400">
                <a:latin typeface="Georgia"/>
              </a:rPr>
              <a:t>and italic Georgia</a:t>
            </a:r>
          </a:p>
          <a:p>
            <a:r>
              <a:rPr u="sng"/>
              <a:t>Second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1828800" cy="1371600"/>
          </a:xfrm>
          <a:prstGeom prst="rect">
            <a:avLst/>
          </a:prstGeom>
          <a:solidFill>
            <a:srgbClr val="1F6F5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3200400"/>
            <a:ext cx="1828800" cy="1371600"/>
          </a:xfrm>
          <a:prstGeom prst="ellipse">
            <a:avLst/>
          </a:prstGeom>
          <a:solidFill>
            <a:srgbClr val="FFCC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0400"/>
            <a:ext cx="18288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