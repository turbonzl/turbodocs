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x</c:v>
                </c:pt>
                <c:pt idx="1">
                  <c:v>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deck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0" y="1371600"/>
          <a:ext cx="22860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0" y="3840480"/>
          <a:ext cx="2286000" cy="228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54864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 gridSpan="2">
                  <a:txBody>
                    <a:bodyPr/>
                    <a:lstStyle/>
                    <a:p>
                      <a:r>
                        <a:t>Merged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