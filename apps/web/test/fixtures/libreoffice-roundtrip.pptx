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9BEE7AC-02C6-4D33-8A5B-6F33BC0FB47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Say hello.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Then the numbers.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90ACE9-E74E-4F42-8D9C-3E23130762D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E1E330-BB35-4658-A0ED-F6A22D2A20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C83FC3-891D-4E86-BF3A-8603119170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8894615-AE19-4C2C-83ED-CE348039ED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CE8D51B-C425-4F4C-9A75-5DAB3B44A3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BD15642-1F44-4DC5-BC47-C00D51394E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42E0225-1597-43E1-92EF-90D87D767B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4DA1DB4-8EBD-4D2B-A9D9-95FC244EC2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D420FFB-E344-416B-96B7-AC0921441D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968F540-34E8-4F13-917E-9EC854E852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3D1E2D0-F771-437C-9C74-65DCD93F68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392C962-627B-4527-A6D9-8F1DC98E64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D788DC-DB70-4307-9111-117633982E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7DA2D6-3CD7-4D15-8C96-AFD6C998565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BE9C51-6342-4D9B-B131-05DB5BF827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8A75A2-FA47-4240-823B-2BF508980A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E5F71-C2B9-4F45-A324-B8A77E0CFD3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BCFB16-F483-4F27-BD9C-F6895A0606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0F8B05-6F49-43AB-BA83-DA08569933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45B016-0938-4267-83D1-14CA5F0A6E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7BE0D8-F533-4967-AD2E-8D003FF9FB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824C55-C285-4FFD-A474-DABBCBB76A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5ECADE-0088-4689-95B5-7B65B10DB93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Quarterly review ☕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Results &amp; plans &lt;2026&gt;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Agenda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First point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Nested point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point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914400" y="914400"/>
            <a:ext cx="548604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c80000"/>
                </a:solidFill>
                <a:latin typeface="Calibri"/>
              </a:rPr>
              <a:t>Bold red </a:t>
            </a:r>
            <a:r>
              <a:rPr b="0" i="1" lang="en-US" sz="2400" spc="-1" strike="noStrike">
                <a:solidFill>
                  <a:schemeClr val="dk1"/>
                </a:solidFill>
                <a:latin typeface="Georgia"/>
              </a:rPr>
              <a:t>and italic Georgia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 u="sng">
                <a:solidFill>
                  <a:schemeClr val="dk1"/>
                </a:solidFill>
                <a:uFillTx/>
                <a:latin typeface="Calibri"/>
              </a:rPr>
              <a:t>Second 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2"/>
          <p:cNvSpPr/>
          <p:nvPr/>
        </p:nvSpPr>
        <p:spPr>
          <a:xfrm>
            <a:off x="914400" y="3200400"/>
            <a:ext cx="1828440" cy="1371240"/>
          </a:xfrm>
          <a:prstGeom prst="rect">
            <a:avLst/>
          </a:prstGeom>
          <a:solidFill>
            <a:srgbClr val="1f6f5c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Oval 3"/>
          <p:cNvSpPr/>
          <p:nvPr/>
        </p:nvSpPr>
        <p:spPr>
          <a:xfrm>
            <a:off x="3657600" y="3200400"/>
            <a:ext cx="1828440" cy="1371240"/>
          </a:xfrm>
          <a:prstGeom prst="ellipse">
            <a:avLst/>
          </a:prstGeom>
          <a:solidFill>
            <a:srgbClr val="ffcc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1" name="Picture 4" descr="pic.png"/>
          <p:cNvPicPr/>
          <p:nvPr/>
        </p:nvPicPr>
        <p:blipFill>
          <a:blip r:embed="rId1"/>
          <a:stretch/>
        </p:blipFill>
        <p:spPr>
          <a:xfrm>
            <a:off x="6400800" y="3200400"/>
            <a:ext cx="1828440" cy="91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